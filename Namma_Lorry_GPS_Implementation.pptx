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4688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A580C"/>
                </a:solidFill>
              </a:defRPr>
            </a:pPr>
            <a:r>
              <a:t>NAMMA LORRY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Driver GPS &amp; Distance Tracking System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Complete Technical Implementation, Offline-First Architecture &amp; Multi-Model Telemetry Engine</a:t>
            </a:r>
          </a:p>
          <a:p>
            <a:pPr>
              <a:spcBef>
                <a:spcPts val="2800"/>
              </a:spcBef>
              <a:defRPr sz="1200" b="1">
                <a:solidFill>
                  <a:srgbClr val="10B981"/>
                </a:solidFill>
              </a:defRPr>
            </a:pPr>
            <a:r>
              <a:t>Specification Standard: gps.docx &amp; DESIGN.md | Version 1.0.0 Production Release | Zero-Cost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Summary: The Freight Mileage Dilemma in India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Rural Network Dropouts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0116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Cellular coverage routinely collapses across ghat sections, remote national corridors, and industrial transport nagars. Cloud-dependent apps halt logging, causing lost mileage.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1645920"/>
            <a:ext cx="24688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GPS Multipath Sensor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4" y="2240280"/>
            <a:ext cx="20116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Under highway flyovers and near massive metallic lorry bodies, smartphone GPS reflects erratically, triggering 2km jumps in 5s and inflating distances by 15% to 40%.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24688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Rigid Static 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40280"/>
            <a:ext cx="20116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Fixed corridor tables (e.g. Chennai-Bangalore = 350km) ignore outer ring road bypasses, loading hub detours, and diversions, sparking frequent driver-operator disputes.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1645920"/>
            <a:ext cx="24688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4. High Commercial Tool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2240280"/>
            <a:ext cx="20116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Commercial AIS-140 hardware and proprietary routing APIs (Google Maps) impose prohibitive recurring monthly charges that erode thin logistics operating margins.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9240"/>
            <a:ext cx="10728655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4068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SOLUTION: Zero Lost Mileage + Multi-Stage Quality Guard + Zero Infrastructure Cost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Namma Lorry introduces an offline-first telemetry platform on commodity Android phones using satellite GNSS, mathematical noise rejection, and multi-model arbitration across OpenStreetMap/OSRM and Supabase.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End-to-End Telemetry Pipeline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331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1: GNSS Satellite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Hardware GPS captures lat, lng, speed, accuracy, and timestamp without needing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45920"/>
            <a:ext cx="3383280" cy="2331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2: 3-Stage Quality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402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Real-time mathematical filter rejects accuracy &gt;50m, speeds &gt;120 km/h, and multipath spikes.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383280" cy="2331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3: Offline Local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Points stamped with sync_status: pending and stored locally during network blackouts.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383280" cy="2331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4: Supabase Auto-Sync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Upon reconnection, points batch-sync via idempotent upsert with zero duplicate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4206240"/>
            <a:ext cx="3383280" cy="2331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4389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5: Multi-Model Arbiter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8006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Evaluates Model A (Baseline), Model B (GPS Haversine), and Model C (OSRM Road Snapped).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4206240"/>
            <a:ext cx="3383280" cy="2331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4389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6: Driver HUD &amp; Fleet Command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8006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Renders live speedometer, trip audit breakdown, daily analytics, and admin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Zero-Cost Open-Source Technology Stack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Frontend Application: Vanilla ES6+ &amp; HTML5 Semantic UI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Zero bundle overhead, ultra-fast rendering on budget Android devices — [100% Free]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43784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53512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Design System: Vanilla CSS3 Tokens (Industrial Logistics)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8dp grid, tabular numerals, Material Design 3 elevation and contrast — [100% Free]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41648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51376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Map Display Engine: Leaflet.js v1.9.4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Touch-optimized, lightweight interactive mapping with custom lorry icons — [Open-Source]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9512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Map Tile Cartography: OpenStreetMap (OSM) Standard Tiles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Global street-level highway and corridor cartographic tile server — [Open-Source]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645920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55648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Road Routing Engine: OSRM (Open Source Routing Machine)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Topological road-network matching, highway geometry, turn-by-turn routing — [Open-Source]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43784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53512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Cloud Database: Supabase (PostgreSQL 15+)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Relational store for drivers, lorries, trips, and GPS location history — [Free Tier (500MB)]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4041648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151376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Spatial Geodatabase: PostGIS Extension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Native spatial indexing, geometric coordinates, and distance projections — [Built-in Free]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5239512"/>
            <a:ext cx="5212080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349240"/>
            <a:ext cx="4754880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Cloud Hosting &amp; CDN: Vercel Serverless Edge Platform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</a:defRPr>
            </a:pPr>
            <a:r>
              <a:t>Global edge delivery, automatic HTTPS SSL, zero maintenance deployment — [Free Tier]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Database Architecture &amp; PostGIS Integration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365760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drivers (Section 4.1)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011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• id (TEXT PRIMARY KEY)</a:t>
            </a:r>
            <a:br/>
            <a:r>
              <a:t>• name, phone, email</a:t>
            </a:r>
            <a:br/>
            <a:r>
              <a:t>• status ('active' | 'idle')</a:t>
            </a:r>
            <a:br/>
            <a:r>
              <a:t>• created_at (TIMESTAMPTZ)</a:t>
            </a:r>
            <a:br/>
            <a:br/>
            <a:r>
              <a:t>Stores verified lorry drivers with phone authentication.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1645920"/>
            <a:ext cx="2468880" cy="365760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vehicles (Section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4" y="2240280"/>
            <a:ext cx="2011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• id (TEXT PRIMARY KEY)</a:t>
            </a:r>
            <a:br/>
            <a:r>
              <a:t>• driver_id (FK -&gt; drivers.id)</a:t>
            </a:r>
            <a:br/>
            <a:r>
              <a:t>• vehicle_number (e.g. TN 01 AB 1234)</a:t>
            </a:r>
            <a:br/>
            <a:r>
              <a:t>• vehicle_type ('25 Ton Heavy Truck')</a:t>
            </a:r>
            <a:br/>
            <a:r>
              <a:t>• capacity, status ('on_road')</a:t>
            </a:r>
            <a:br/>
            <a:br/>
            <a:r>
              <a:t>Direct driver-to-lorry asset binding.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2468880" cy="365760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trips (Section 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40280"/>
            <a:ext cx="2011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• id (TEXT PRIMARY KEY)</a:t>
            </a:r>
            <a:br/>
            <a:r>
              <a:t>• driver_id, vehicle_id (FKs)</a:t>
            </a:r>
            <a:br/>
            <a:r>
              <a:t>• start_location, end_location</a:t>
            </a:r>
            <a:br/>
            <a:r>
              <a:t>• started_at, ended_at, status</a:t>
            </a:r>
            <a:br/>
            <a:r>
              <a:t>• distance_km (NUMERIC 10,2)</a:t>
            </a:r>
            <a:br/>
            <a:r>
              <a:t>• calculation_method, audit_confidence</a:t>
            </a:r>
            <a:br/>
            <a:br/>
            <a:r>
              <a:t>Canonical audited journey ledger.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1645920"/>
            <a:ext cx="2468880" cy="365760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driver_locations (Section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2240280"/>
            <a:ext cx="2011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• id (TEXT PRIMARY KEY)</a:t>
            </a:r>
            <a:br/>
            <a:r>
              <a:t>• trip_id, driver_id (FKs)</a:t>
            </a:r>
            <a:br/>
            <a:r>
              <a:t>• latitude, longitude (DOUBLE)</a:t>
            </a:r>
            <a:br/>
            <a:r>
              <a:t>• accuracy, speed, heading</a:t>
            </a:r>
            <a:br/>
            <a:r>
              <a:t>• recorded_at, synced_at</a:t>
            </a:r>
            <a:br/>
            <a:br/>
            <a:r>
              <a:t>Composite Index: (trip_id, recorded_at DESC)</a:t>
            </a:r>
            <a:br/>
            <a:r>
              <a:t>High-frequency GNSS coordinate logs.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ROW LEVEL SECURITY (RLS) &amp; PRIVACY (Section 28)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Granular PostgreSQL policies guarantee Driver A cannot read Driver B's telemetry or trips. Fleet managers access authorized fleets under organizational scopes.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Hardware GPS Telemetry &amp; Pre-Trip Calibration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HTML5 Geolocation Watcher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94A3B8"/>
                </a:solidFill>
              </a:defRPr>
            </a:pPr>
            <a:r>
              <a:t>Direct integration with device hardware via navigator.geolocation.watchPosition(). Configured with enableHighAccuracy: true, maximumAge: 2000ms, and timeout: 12000ms for continuous streaming.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Pre-Trip GNSS Locking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94A3B8"/>
                </a:solidFill>
              </a:defRPr>
            </a:pPr>
            <a:r>
              <a:t>Acquires an initial satellite fix before departure. Drivers can press 'Lock / Re-acquire Start GPS' to pin exact depot bay coordinates and ensure zero initial displacement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Reverse Geocode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94A3B8"/>
                </a:solidFill>
              </a:defRPr>
            </a:pPr>
            <a:r>
              <a:t>Coordinates are queried asynchronously against OpenStreetMap Nominatim to resolve human-readable transport addresses (e.g. 'Madhavaram Truck Terminal, Chennai').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4. Raw Telemetry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94A3B8"/>
                </a:solidFill>
              </a:defRPr>
            </a:pPr>
            <a:r>
              <a:t>Every recorded point captures: Latitude (WGS-84), Longitude, Accuracy (m), Speed (m/s converted to km/h via * 3.6), Heading (0°-360°), and Hardware Timestamp.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3-Stage GPS Quality Guard &amp; Anomaly Filtering Engine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Check 1: Accuracy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Rule: accuracy &lt;= 50.0 meters</a:t>
            </a:r>
            <a:br/>
            <a:br/>
            <a:r>
              <a:t>• Satellite triangulation errors frequently range between 300m - 1500m during cell handovers.</a:t>
            </a:r>
            <a:br/>
            <a:r>
              <a:t>• Any point reporting an error radius &gt; 50m is flagged POOR_ACCURACY and dropped immediately.</a:t>
            </a:r>
            <a:br/>
            <a:r>
              <a:t>• Prevents massive geometric inflation.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45920"/>
            <a:ext cx="33832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Check 2: Speed Jump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4028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Rule: v = (Δd / Δt) * 3.6 &lt;= 120 km/h</a:t>
            </a:r>
            <a:br/>
            <a:br/>
            <a:r>
              <a:t>• Computes instantaneous velocity between consecutive valid points.</a:t>
            </a:r>
            <a:br/>
            <a:r>
              <a:t>• Heavy freight lorries in India cannot exceed 120 km/h.</a:t>
            </a:r>
            <a:br/>
            <a:r>
              <a:t>• Points exceeding 120 km/h with displacement &gt; 500m are rejected as IMPOSSIBLE_SPEED anomalies.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383280" cy="34747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Check 3: 3-Point Spike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</a:defRPr>
            </a:pPr>
            <a:r>
              <a:t>Rule: Detour &gt; 2.2x and (Detour - Direct) &gt; 400m</a:t>
            </a:r>
            <a:br/>
            <a:br/>
            <a:r>
              <a:t>• Evaluates 3-point sliding windows (P_i-1 -&gt; P_i -&gt; P_i+1).</a:t>
            </a:r>
            <a:br/>
            <a:r>
              <a:t>• Flyovers and metallic cargo cause transient single-point reflections.</a:t>
            </a:r>
            <a:br/>
            <a:r>
              <a:t>• If P_i creates an acute deflection &gt; 400m, it is dropped as TRANSIENT_SPIKE.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728655" cy="10515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4068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BATTERY OPTIMIZATION &amp; ADAPTIVE SAMPLING INTERVALS (Section 10)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Stationary / Traffic Jam (v &lt; 5 km/h): Capture every 30s | City Driving (5-50 km/h): Capture every 10s | Highway Cruising (v &gt; 50 km/h): Capture every 5s. Conserves phone battery across 12-hour hauls.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Multi-Model Distance Calculation Engine (A / B / C)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MODEL A — Known Baseline &amp;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Standard Freight Corridor Baseline:</a:t>
            </a:r>
            <a:br/>
            <a:r>
              <a:t>  - Chennai &lt;-&gt; Bengaluru: 348.5 KM</a:t>
            </a:r>
            <a:br/>
            <a:r>
              <a:t>  - Chennai &lt;-&gt; Sriperumbudur: 42.0 KM</a:t>
            </a:r>
            <a:br/>
            <a:r>
              <a:t>  - Chennai &lt;-&gt; Vellore: 138.0 KM</a:t>
            </a:r>
            <a:br/>
            <a:r>
              <a:t>  - Ranipet &lt;-&gt; Hosur: 235.6 KM</a:t>
            </a:r>
            <a:br/>
            <a:br/>
            <a:r>
              <a:t>• Dynamic Straight Line * 1.25 Winding Factor:</a:t>
            </a:r>
            <a:br/>
            <a:r>
              <a:t>  For uncatalogued routes, multiplies straight-line displacement by 1.25x (National Highway curvature).</a:t>
            </a:r>
            <a:br/>
            <a:r>
              <a:t>• Strict Role: Emergency fallback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45920"/>
            <a:ext cx="3383280" cy="47548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MODEL B — GPS Geodesic Haversine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33172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100% Offline-Capable Calculation:</a:t>
            </a:r>
            <a:br/>
            <a:r>
              <a:t>  Accumulates great-circle distances between consecutive validated points:</a:t>
            </a:r>
            <a:br/>
            <a:r>
              <a:t>  d = Σ Haversine(P_i, P_i+1)</a:t>
            </a:r>
            <a:br/>
            <a:br/>
            <a:r>
              <a:t>• Earth radius R = 6,371 km.</a:t>
            </a:r>
            <a:br/>
            <a:r>
              <a:t>• Operates entirely on the smartphone without cellular internet.</a:t>
            </a:r>
            <a:br/>
            <a:r>
              <a:t>• Reflects the driver's actual physical path, including loading detours and bypasses.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383280" cy="47548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MODEL C — OSM + OSRM Road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33172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Snapped Road Network Distance:</a:t>
            </a:r>
            <a:br/>
            <a:r>
              <a:t>  Queries OpenStreetMap OSRM routing engine with verified start and stop coordinates.</a:t>
            </a:r>
            <a:br/>
            <a:br/>
            <a:r>
              <a:t>• High-Fidelity Geometry:</a:t>
            </a:r>
            <a:br/>
            <a:r>
              <a:t>  Snaps vehicle coordinates to real road network topology and highway lane geometry.</a:t>
            </a:r>
            <a:br/>
            <a:r>
              <a:t>• Direct Start-to-End Routing prevents intermediate waypoint U-turn penalties across highway medians.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Algorithmic Arbiter &amp; Distance Reconciliation Matrix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Stationary Vehicle Lock (0.0 KM)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If start and stop coordinates show displacement &lt; 60 meters and total movement &lt; 80 meters, the trip is verified at 0.0 KM. Prevents drivers from billing for stationary yard idling.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Physical Boundary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Both Model B (GPS) and Model C (OSRM) must be &gt;= 0.85 * straight-line displacement. A road trajectory cannot physically be shorter than straight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Outlier Detour Rejection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If OSRM reports extreme detours (Model C &gt; 2.8 * displacement), it is rejected as a median turnaround artifact in favor of verified driver GPS trajectory.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4. Multi-Model Priority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If B &amp; C agree within 35% -&gt; Model B (Road Confirmed).</a:t>
            </a:r>
            <a:br/>
            <a:r>
              <a:t>If GPS corrupted -&gt; Model C (OSRM Road Network).</a:t>
            </a:r>
            <a:br/>
            <a:r>
              <a:t>If OSRM offline -&gt; Model B (GPS Filtered).</a:t>
            </a:r>
            <a:br/>
            <a:r>
              <a:t>If both fail -&gt; Model A (Fallback) or NEEDS_REVIEW.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Offline-First Resilience &amp; Zero-Duplicate Sync Engine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Offline Point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When cellular internet drops (isOnline = false), GPS logging continues. Points are stamped with sync_status: 'pending' and safely appended to local storage (IndexedDB / LocalStorage).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Realtime Network Listener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Engine attaches listeners to browser 'online' and 'offline' events. Includes manual simulation toggle in header for QA and driver testing.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Atomic Batch Synchronization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Upon reconnection, pending queue points are batched into chunks of 50. Mutex lock ensures no concurrent sync races or duplicate request threads.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Zero-Duplicate Upsert Deduplication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</a:defRPr>
            </a:pPr>
            <a:r>
              <a:t>Supabase receives points via: upsert({ ...point }, { onConflict: 'id', ignoreDuplicates: true }). Guaranteed zero duplicate records in cloud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Driver Mobile Cockpit HUD &amp; Visual Telemetry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Live HUD Telemetry 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Speedometer (km/h) with tabular numerals to eliminate horizontal display jitter.</a:t>
            </a:r>
            <a:br/>
            <a:r>
              <a:t>• Trip Distance (KM) updating continuously in Highway Orange.</a:t>
            </a:r>
            <a:br/>
            <a:r>
              <a:t>• Trip Duration Clock (hh:mm:ss).</a:t>
            </a:r>
            <a:br/>
            <a:r>
              <a:t>• GNSS Accuracy Indicator (±m precision circle).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Dynamic Origin &amp; Stop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Real Start Location: Detects driver's exact starting point and street address.</a:t>
            </a:r>
            <a:br/>
            <a:r>
              <a:t>• Stopping Point: Captured immediately when driver taps 'STOP TRIP'.</a:t>
            </a:r>
            <a:br/>
            <a:r>
              <a:t>• Visual connection stepper with animated status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Interactive Leaflet Vector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Custom Animated Lorry Marker: Rotates heading dynamically based on vehicle bearing.</a:t>
            </a:r>
            <a:br/>
            <a:r>
              <a:t>• Green Polyline: Verified GPS trajectory.</a:t>
            </a:r>
            <a:br/>
            <a:r>
              <a:t>• Cyan Polyline: OSRM highway road snapped geometry.</a:t>
            </a:r>
            <a:br/>
            <a:r>
              <a:t>• Red Markers: Filtered noise anomalies.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Supervisor Trip Audit 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Opens automatically on trip completion.</a:t>
            </a:r>
            <a:br/>
            <a:r>
              <a:t>• Full multi-model comparison table (Model A vs B vs C).</a:t>
            </a:r>
            <a:br/>
            <a:r>
              <a:t>• Data Quality Breakdown: Raw points vs noise rejected.</a:t>
            </a:r>
            <a:br/>
            <a:r>
              <a:t>• Algorithmic explanation justifying the selected distance.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Driver Analytics &amp; Admin Fleet Command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Driver KPI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Today's Total Distance (KM)</a:t>
            </a:r>
            <a:br/>
            <a:r>
              <a:t>• Trips Completed Today</a:t>
            </a:r>
            <a:br/>
            <a:r>
              <a:t>• Total Active Duty Driving Hours</a:t>
            </a:r>
            <a:br/>
            <a:r>
              <a:t>• Current Month Accumulated KM</a:t>
            </a:r>
            <a:br/>
            <a:br/>
            <a:r>
              <a:t>Derived exclusively from genuine completed trips with zero dummy data padding.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Weekly Mon-Sun Distance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Interactive 7-day bar chart visualization.</a:t>
            </a:r>
            <a:br/>
            <a:r>
              <a:t>• Displays daily kilometer distribution from Monday to Sunday.</a:t>
            </a:r>
            <a:br/>
            <a:r>
              <a:t>• Dynamic bar fill height calculations with responsive hover tooltips.</a:t>
            </a:r>
            <a:br/>
            <a:r>
              <a:t>• Instant weekly total distance summary.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Admin Fleet Map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Live multi-lorry tracking across Tamil Nadu &amp; Karnataka freight corridors.</a:t>
            </a:r>
            <a:br/>
            <a:r>
              <a:t>• Real-time vehicle status indicators (Available, On Road, Maintenance).</a:t>
            </a:r>
            <a:br/>
            <a:r>
              <a:t>• Displays lorry payload capacity (e.g. 25 Ton Heavy Truck, 32 Ton Multi-Axle).</a:t>
            </a:r>
            <a:br/>
            <a:r>
              <a:t>• Instant driver profile assignment.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14800"/>
            <a:ext cx="5212080" cy="22402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Supabase Realtime CDC (Section 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091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Enables Supabase PostgreSQL Realtime WebSocket stream.</a:t>
            </a:r>
            <a:br/>
            <a:r>
              <a:t>• Dispatches live lorry coordinates to Fleet Command map without manual browser refresh.</a:t>
            </a:r>
            <a:br/>
            <a:r>
              <a:t>• Instant operational visibility for transport supervisors.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Verification Suite: Section 31 Testing Plan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Test 1: Internet 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Verifies live GPS ingestion, Model B Haversine, OSRM road matching, and immediate cloud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47088"/>
            <a:ext cx="1280160" cy="4389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88366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24328"/>
            <a:ext cx="10728655" cy="8686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34056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Test 2: Internet OFF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Verifies network disconnection, continuous tracking, and local queue storage with status pending.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825496"/>
            <a:ext cx="1280160" cy="4389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8620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02735"/>
            <a:ext cx="10728655" cy="8686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12463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Test 3: Reconnection Sync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Verifies pending points flush to Supabase, offline queue clears to 0, and 0 duplicate IDs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3803903"/>
            <a:ext cx="1280160" cy="4389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840479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81144"/>
            <a:ext cx="10728655" cy="8686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9087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Test 4: GPS Jump Simulation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Injects 85m accuracy error and 1584 km/h jump. Confirms Check 1 &amp; Check 2 block all anomalies.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4782312"/>
            <a:ext cx="1280160" cy="4389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8188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PASSED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59551"/>
            <a:ext cx="10728655" cy="86868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263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69279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Test 5: Adaptive Interval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Validates dynamic interval scaling across stationary (30s), city (10s), and highway speeds (5s).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5760719"/>
            <a:ext cx="1280160" cy="4389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5797295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PASSED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NAMMA LORRY —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Deployment, Security &amp; Production Scaling Roadmap</a:t>
            </a:r>
          </a:p>
        </p:txBody>
      </p:sp>
      <p:pic>
        <p:nvPicPr>
          <p:cNvPr id="5" name="Picture 4" descr="logo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STAGE 1: Zero-Cost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Fleet: 1 - 100 Trucks</a:t>
            </a:r>
            <a:br/>
            <a:r>
              <a:t>• DB: Supabase Free Tier (500MB DB, 50k MAU)</a:t>
            </a:r>
            <a:br/>
            <a:r>
              <a:t>• Routing: Public OSRM API</a:t>
            </a:r>
            <a:br/>
            <a:r>
              <a:t>• Hosting: Vercel Free Edge CDN</a:t>
            </a:r>
            <a:br/>
            <a:r>
              <a:t>• Total Cost: ₹0 /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45920"/>
            <a:ext cx="3383280" cy="31089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STAGE 2: Regional Fleet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4028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Fleet: 100 - 1,000 Trucks</a:t>
            </a:r>
            <a:br/>
            <a:r>
              <a:t>• DB: Supabase Pro ($25/mo) + Monthly PostGIS Table Partitioning</a:t>
            </a:r>
            <a:br/>
            <a:r>
              <a:t>• Routing: Self-hosted OSRM Docker ($15/mo)</a:t>
            </a:r>
            <a:br/>
            <a:r>
              <a:t>• Total Cost: ~$40 /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383280" cy="310896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STAGE 3: National 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</a:defRPr>
            </a:pPr>
            <a:r>
              <a:t>• Fleet: 1,000 - 10,000+ Trucks</a:t>
            </a:r>
            <a:br/>
            <a:r>
              <a:t>• DB: Managed PostgreSQL / TimescaleDB</a:t>
            </a:r>
            <a:br/>
            <a:r>
              <a:t>• Routing: High-Availability OSRM Cluster</a:t>
            </a:r>
            <a:br/>
            <a:r>
              <a:t>• Total Cost: ~$250 /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728655" cy="1417320"/>
          </a:xfrm>
          <a:prstGeom prst="roundRect">
            <a:avLst/>
          </a:prstGeom>
          <a:solidFill>
            <a:srgbClr val="1322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6636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IMMEDIATE PRODUCTION ROADMAP &amp;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4068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1. PWA Service Worker: Complete offline asset caching for instant launch in zero-connectivity areas.</a:t>
            </a:r>
            <a:br/>
            <a:r>
              <a:t>2. Background Geolocation Native Plugin: Migration to Capacitor/Flutter for tracking while screen is locked.</a:t>
            </a:r>
            <a:br/>
            <a:r>
              <a:t>3. E-Way Bill &amp; FASTag Cross-Referencing: Automatic toll plaza timestamp verification against driver GPS trace.</a:t>
            </a:r>
            <a:br/>
            <a:r>
              <a:t>4. Driver Safety Scoring: Tracking sudden acceleration, harsh braking, and idling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